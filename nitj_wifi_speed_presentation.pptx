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0d8519be_0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0d8519be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90b268aaa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90b268aaa_0_9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586500" y="4806725"/>
            <a:ext cx="8100300" cy="96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By: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Rahul Deb Nath (23103114)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Rittik Ganchaudhuri (23103123)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83150" y="274700"/>
            <a:ext cx="6977700" cy="2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5000">
                <a:solidFill>
                  <a:srgbClr val="003366"/>
                </a:solidFill>
                <a:latin typeface="Nunito"/>
                <a:ea typeface="Nunito"/>
                <a:cs typeface="Nunito"/>
                <a:sym typeface="Nunito"/>
              </a:rPr>
              <a:t>Mining for Patterns: An Analysis of NITJ WiFi Speeds</a:t>
            </a:r>
            <a:endParaRPr b="1" sz="4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1386" y="2672050"/>
            <a:ext cx="2101225" cy="22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title="ded4c4df2f8d5bc8ff48445256d33b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425" y="3624475"/>
            <a:ext cx="3072325" cy="30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Introduction &amp; Objectives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What? An analysis of WiFi speed test data collected from various locations on the NITJ campus.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Why? To understand network performance and find actionable patterns.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Analyze typical download/upload speeds.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Identify how performance varies by location.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Discover patterns based on time of day.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Visualize findings using 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Source: NITJ_WiFi_Speed.csv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Size: ~270 observations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Key Columns: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spot_location (e.g., 'New Library Building')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d_speed(mbps)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u_speed(mbps)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pk_loss(%)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date &amp; time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Tool: R Programming Language &amp; RStudio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Packages: tidyverse (for data wrangling &amp; plotting), lubridate (for time), janitor (for cleaning)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1. Load: Read the CSV data.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2. Clean: Standardized column names and location text.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3. Feature Engineering: Created hour_of_day column.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4. Analyze &amp; Plot: Aggregated data and generated 6 plots (Histograms, Boxplots, Bar Charts, etc.).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Result 1 - How Fast is the WiFi?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206851"/>
            <a:ext cx="8229600" cy="4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Finding: The most common download speed is 20-22 mbps.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Takeaway: The vast majority of tests fall within a solid 15-25 mbps range, indicating generally good performance.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457198" y="7386450"/>
            <a:ext cx="739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  <p:pic>
        <p:nvPicPr>
          <p:cNvPr id="113" name="Google Shape;113;p17" title="plot_1_histo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25" y="2985500"/>
            <a:ext cx="8824750" cy="349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Result 2 - Which Location is Fastest (Average)?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57200" y="1326576"/>
            <a:ext cx="82296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Finding: Location is a major factor for average speed.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Takeaway: The 'New Library Building' has the highest average speed, while the 'IT Block' and 'Science Block' are consistently slower.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274325" y="7621475"/>
            <a:ext cx="585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  <p:pic>
        <p:nvPicPr>
          <p:cNvPr id="121" name="Google Shape;121;p18" title="plot_3_bar_lo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0" y="3105200"/>
            <a:ext cx="9017902" cy="329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Result 3 - Which Location is Most Reliable?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57200" y="1343676"/>
            <a:ext cx="8229600" cy="4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Finding: This boxplot shows the full distribution (median, spread, and outliers) for each location.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Takeaway: It confirms the 'New Library Building' is fastest. It also shows the 'IT Block' is unreliable, with a very wide spread of results and many low-speed outliers.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3767527" y="7124225"/>
            <a:ext cx="821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  <p:pic>
        <p:nvPicPr>
          <p:cNvPr id="129" name="Google Shape;129;p19" title="plot_2_box_lo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3" y="3584075"/>
            <a:ext cx="8412477" cy="297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Result </a:t>
            </a:r>
            <a:r>
              <a:rPr b="1" lang="en-US" sz="3600">
                <a:solidFill>
                  <a:srgbClr val="003366"/>
                </a:solidFill>
              </a:rPr>
              <a:t>4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- Other Correlations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155551"/>
            <a:ext cx="8229600" cy="49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Finding 1 (Left): Download and Upload speeds are positively correlated. If one is fast, the other usually is too.</a:t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274325" y="7072925"/>
            <a:ext cx="43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  <p:pic>
        <p:nvPicPr>
          <p:cNvPr id="137" name="Google Shape;137;p20" title="plot_5_scatter_d_vs_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0" y="2951275"/>
            <a:ext cx="9000801" cy="376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Result </a:t>
            </a:r>
            <a:r>
              <a:rPr b="1" lang="en-US" sz="3600">
                <a:solidFill>
                  <a:srgbClr val="003366"/>
                </a:solidFill>
              </a:rPr>
              <a:t>4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- Other Correlations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57200" y="1155551"/>
            <a:ext cx="8229600" cy="49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Finding 2 (Right): Packet Loss is almost 0% for all tests. This is excellent and means the connection is very stable.</a:t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274325" y="7004525"/>
            <a:ext cx="910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  <p:pic>
        <p:nvPicPr>
          <p:cNvPr id="145" name="Google Shape;145;p21" title="plot_6_scatter_d_vs_lo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8425" y="3190750"/>
            <a:ext cx="9144003" cy="338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Conclusion &amp; Questions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Char char="•"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Good Speed: Typical speed is 15-25 mbps.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Location is Key: The 'New Library' is the fastest and most reliable spot. The 'IT Block' is unreliable.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Time Matters: Fastest in the afternoon, slowest at 3 AM.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Very Stable: Packet loss is near zero.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274323" y="6987425"/>
            <a:ext cx="1830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NITJ WiFi Data Mining Project | Department of CSE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